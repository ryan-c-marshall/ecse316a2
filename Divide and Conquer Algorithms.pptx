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0520-48FF-45D4-AB8B-973636201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DC12C-0CBC-4326-BF1E-C6065933A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FAE30-627C-4AB0-B3F8-F918C100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93CCB-0AA1-4836-A9AC-D0F1E0F3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BFF7-AA28-46D1-86E5-A6160E80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837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EDAB-ADF6-481D-A47D-09ADD2A1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3EEEF-9F59-442A-9575-B9C6A6786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AD901-17F6-4027-B728-E66D5AB6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C653A-A6AF-43A8-B944-385DB8D0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DAFF1-0386-436E-A64A-86294641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918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08FD-3618-4208-B7B8-639EB9B88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56ADA-8054-4916-928C-34168F8A2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5139E-B259-459F-99AA-349993EB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D2969-E797-456B-85E6-04551EA0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FB55B-24F4-4172-B2F9-4F0D1AEE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978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1F13-FAE7-4D8B-B79B-6D544528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C443-4CE2-4C07-B2E8-ABC2C869B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C0C12-F01F-4458-8A52-C4E125355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64D77-A3C8-4216-9FF0-1797D0E6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5796B-417E-4509-9E57-B13D74E8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EA685-5186-4D29-80F6-00B892C4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42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7ABF-8530-40ED-880A-AA338D33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1CDBC-C87D-491A-B933-C0FC6B1C2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5DC11-0884-4479-A8EE-F4692D081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91FDC-D05A-4AB0-A71A-09D861D29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68DB2-F268-4CAF-B34B-73AE617CC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4384D-83DF-4C55-A097-C13F2F37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45DD7-5C64-416C-9D6D-E52D61C0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E588D-3753-4304-B0BC-AFAE41D8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571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04D6-38E1-4FA7-B388-8D82C360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49D2B-851F-4305-9E23-8F1701D9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12A26-2A5A-4576-AE8B-8BDC4397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1F804-98E3-4842-9B7B-29241AC4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32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121F3-F981-49A5-9D52-3FD8CB02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DEF21-C8D9-4003-AFF5-55EA16F7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C34A0-6596-49E0-B1F8-85B8C5CF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5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9C7C-9C4C-4A96-AA98-86C7DD10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D261C-727C-47A4-8947-B1D38544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9395B-B68B-4C81-9BF6-DFEED7BA7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4C683-6BD2-4AC9-B1AC-1C069A04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C48FB-3668-4222-B998-9DE3EEF1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BAB3E-FB5A-4AB9-952A-15F8CCDA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906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4571-35A8-47AD-ADA3-856D5DB9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C80B3-D9F1-41DB-A3BB-01B5C030D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C7916-AF1C-42EB-ADBB-ED1C8D07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25D2C-6186-477D-A6F0-9F80778E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7C860-D3E7-4E85-B47A-9DF69A17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4A531-6AE5-4693-B724-DE66564D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227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5478-0008-452D-9D09-E8F91D0E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83474-5246-4DF9-9C11-2FFD6E122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9F5EF-D29B-47CD-BA7F-278E57CC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85EB6-78C7-4B07-9A42-883E6EB2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C9E61-C46A-4AFC-8350-4E7A100B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9294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361F48-E2CE-4252-B05F-0CF7A09CA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9AB2A-089A-4C19-9F56-6E969F1CE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28075-7320-4EC0-BBC6-298F97A0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55013-9716-46E6-B277-2B593FBB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65413-2E68-4295-9220-3FAD1754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11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39D24-6636-4035-8C9F-04877B7C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38BA1-81D3-4629-B9CA-8F728740D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2EFF6-6AA0-4D5E-A558-065824179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B5DAC-731C-498E-AC10-7FEBC6CC4790}" type="datetimeFigureOut">
              <a:rPr lang="en-CA" smtClean="0"/>
              <a:t>2022-03-16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75D3D-A64C-4B75-998E-5A6A4E384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2557A-3F63-40B4-B08B-043AEA475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C505C-7516-4962-851A-FAE1952A6F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965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CD22-A40C-4F61-BE37-246D74447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Divide and Conquer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86C5C-1A4E-4B06-A21B-3654FAD61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High level review of technique and example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51873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F8CE-924F-4233-AB26-5BC247A6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Divide and conquer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9842B-78CC-42F6-921D-AFF348C9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Divide: This involves dividing the problem into smaller sub-problems.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Conquer: Solve sub-problems by calling recursively until solved.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Combine: Combine the sub-problems to get the final solution of the whole problem.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29164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240F-E50B-48AF-B868-E2B580A3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Pseudocode of overall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11E5-0F43-45FA-B5A4-16E96898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509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DAC(a,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j)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if(small(a,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j))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return(Solution(a,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j))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m = divide(a,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j)            // f1(n)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= DAC(a,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mid)             // T(n/2)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= DAC(a, mid+1, j)           // T(n/2)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d = combine(b, c)              // f2(n)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return(d)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3C4546-08EB-4122-A120-377A4783E687}"/>
              </a:ext>
            </a:extLst>
          </p:cNvPr>
          <p:cNvSpPr txBox="1">
            <a:spLocks/>
          </p:cNvSpPr>
          <p:nvPr/>
        </p:nvSpPr>
        <p:spPr>
          <a:xfrm>
            <a:off x="6871282" y="1825625"/>
            <a:ext cx="51850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1400" dirty="0">
                <a:cs typeface="Courier New" panose="02070309020205020404" pitchFamily="49" charset="0"/>
              </a:rPr>
              <a:t>Recurrence relation for non-trivial n:</a:t>
            </a: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T(n) = f1(n) + 2T(n/2) + f2(n)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pt-BR" sz="1400" dirty="0">
                <a:cs typeface="Courier New" panose="02070309020205020404" pitchFamily="49" charset="0"/>
              </a:rPr>
              <a:t>Can you estimate time complexity O(.)?</a:t>
            </a:r>
            <a:endParaRPr lang="en-CA" sz="1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85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270C-47CB-4DA5-AF81-3B489B3D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apply to specific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80951-CA8F-4DC0-8E8A-14FE1903A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To use D&amp;C we need to define: 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base case (naïve solution to problem used to exit recursion).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divide function that splits our problem approximately in half.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recursive definition of our solver.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method to combine partial solutions into complete answer.</a:t>
            </a:r>
          </a:p>
          <a:p>
            <a:pPr marL="514350" indent="-514350">
              <a:buFont typeface="+mj-lt"/>
              <a:buAutoNum type="arabicPeriod"/>
            </a:pP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344588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5136-6E81-43C2-9530-96362BC6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Concrete example: </a:t>
            </a:r>
            <a:r>
              <a:rPr lang="en-CA" dirty="0" err="1"/>
              <a:t>Mergesort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E7870-36B5-4159-A9B6-AA97D6F21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To use D&amp;C we need to define: 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base case -&gt; </a:t>
            </a:r>
            <a:r>
              <a:rPr lang="en-CA" sz="1800" b="1" dirty="0"/>
              <a:t>naïve sort method</a:t>
            </a:r>
            <a:endParaRPr lang="en-CA" sz="1800" dirty="0"/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divide function that splits our problem approximately in half -&gt; </a:t>
            </a:r>
            <a:r>
              <a:rPr lang="en-CA" sz="1800" b="1" dirty="0"/>
              <a:t>split array in middle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recursive definition of our solver -&gt; </a:t>
            </a:r>
            <a:r>
              <a:rPr lang="en-CA" sz="1800" b="1" dirty="0"/>
              <a:t>call </a:t>
            </a:r>
            <a:r>
              <a:rPr lang="en-CA" sz="1800" b="1" dirty="0" err="1"/>
              <a:t>mergesort</a:t>
            </a:r>
            <a:r>
              <a:rPr lang="en-CA" sz="1800" b="1" dirty="0"/>
              <a:t> function on each array half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800" dirty="0"/>
              <a:t>A method to combine partial solutions into complete answer -&gt; </a:t>
            </a:r>
            <a:r>
              <a:rPr lang="en-CA" sz="1800" b="1" dirty="0"/>
              <a:t>merge</a:t>
            </a:r>
          </a:p>
          <a:p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195099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EE96-D894-4801-80BE-47F131F7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does </a:t>
            </a:r>
            <a:r>
              <a:rPr lang="en-CA" dirty="0" err="1"/>
              <a:t>mergesort</a:t>
            </a:r>
            <a:r>
              <a:rPr lang="en-CA" dirty="0"/>
              <a:t> work?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3B13A389-C0D5-45FB-810E-50761E9B8E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230" y="1760311"/>
            <a:ext cx="451954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FEAE68-6EDE-432D-9E83-5D2AFE7C8602}"/>
              </a:ext>
            </a:extLst>
          </p:cNvPr>
          <p:cNvSpPr txBox="1">
            <a:spLocks/>
          </p:cNvSpPr>
          <p:nvPr/>
        </p:nvSpPr>
        <p:spPr>
          <a:xfrm>
            <a:off x="1030662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dirty="0"/>
              <a:t>Image credit: Geeksforgeeks.org</a:t>
            </a:r>
          </a:p>
        </p:txBody>
      </p:sp>
    </p:spTree>
    <p:extLst>
      <p:ext uri="{BB962C8B-B14F-4D97-AF65-F5344CB8AC3E}">
        <p14:creationId xmlns:p14="http://schemas.microsoft.com/office/powerpoint/2010/main" val="45530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D07D-3E33-4FAD-80B6-B4F648E4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16ACC-BE61-45D7-AF0B-4EB09641A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[], l,  r)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r &gt; 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1. Find the middle point to divide the array into two halves: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middle m = l + (r-l)/2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2. Call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first half: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l, m)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3. Call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second half: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m+1, r)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4. Merge the two halves sorted in step 2 and 3: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Call merge(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l, m, r)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577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431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Divide and Conquer Algorithms</vt:lpstr>
      <vt:lpstr>Divide and conquer technique</vt:lpstr>
      <vt:lpstr>Pseudocode of overall strategy</vt:lpstr>
      <vt:lpstr>How to apply to specific problems?</vt:lpstr>
      <vt:lpstr>Concrete example: Mergesort</vt:lpstr>
      <vt:lpstr>How does mergesort work?</vt:lpstr>
      <vt:lpstr>Pseudocode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 Algorithms</dc:title>
  <dc:creator>Antonios Valkanas</dc:creator>
  <cp:lastModifiedBy>Antonios Valkanas</cp:lastModifiedBy>
  <cp:revision>1</cp:revision>
  <dcterms:created xsi:type="dcterms:W3CDTF">2022-03-16T15:21:04Z</dcterms:created>
  <dcterms:modified xsi:type="dcterms:W3CDTF">2022-03-16T16:06:51Z</dcterms:modified>
</cp:coreProperties>
</file>